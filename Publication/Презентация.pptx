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8"/>
  </p:notesMasterIdLst>
  <p:sldIdLst>
    <p:sldId id="256" r:id="rId2"/>
    <p:sldId id="257" r:id="rId3"/>
    <p:sldId id="260" r:id="rId4"/>
    <p:sldId id="258" r:id="rId5"/>
    <p:sldId id="265" r:id="rId6"/>
    <p:sldId id="277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-504" y="-1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123405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3498110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3714750"/>
            <a:ext cx="9147765" cy="1434066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8CFA630-13BB-46C4-BD44-B2C5F9B66074}" type="datetimeFigureOut">
              <a:rPr lang="en-US" smtClean="0"/>
              <a:pPr/>
              <a:t>3/6/2026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8CFA630-13BB-46C4-BD44-B2C5F9B66074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8CFA630-13BB-46C4-BD44-B2C5F9B66074}" type="datetimeFigureOut">
              <a:rPr lang="en-US" smtClean="0"/>
              <a:pPr/>
              <a:t>3/6/2026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Нашивка 6"/>
          <p:cNvSpPr/>
          <p:nvPr/>
        </p:nvSpPr>
        <p:spPr>
          <a:xfrm>
            <a:off x="3636680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8CFA630-13BB-46C4-BD44-B2C5F9B66074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8CFA630-13BB-46C4-BD44-B2C5F9B66074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8CFA630-13BB-46C4-BD44-B2C5F9B66074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8CFA630-13BB-46C4-BD44-B2C5F9B66074}" type="datetimeFigureOut">
              <a:rPr lang="en-US" smtClean="0"/>
              <a:pPr/>
              <a:t>3/6/2026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4805958"/>
            <a:ext cx="1920240" cy="274320"/>
          </a:xfrm>
        </p:spPr>
        <p:txBody>
          <a:bodyPr/>
          <a:lstStyle>
            <a:extLst/>
          </a:lstStyle>
          <a:p>
            <a:fld id="{F8CFA630-13BB-46C4-BD44-B2C5F9B66074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8CFA630-13BB-46C4-BD44-B2C5F9B66074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3" y="4805958"/>
            <a:ext cx="235068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716437" y="3751495"/>
            <a:ext cx="3802003" cy="1082333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-53561" y="4338767"/>
            <a:ext cx="3802003" cy="6286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8CFA630-13BB-46C4-BD44-B2C5F9B66074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8CFA630-13BB-46C4-BD44-B2C5F9B66074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716437" y="3751495"/>
            <a:ext cx="3802003" cy="1082333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-53561" y="4338767"/>
            <a:ext cx="3802003" cy="6286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110997"/>
            <a:ext cx="8229600" cy="3394472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4805958"/>
            <a:ext cx="1920240" cy="27432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8CFA630-13BB-46C4-BD44-B2C5F9B66074}" type="datetimeFigureOut">
              <a:rPr lang="en-US" smtClean="0"/>
              <a:pPr/>
              <a:t>3/6/2026</a:t>
            </a:fld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3" y="4805958"/>
            <a:ext cx="2350681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 algn="r" eaLnBrk="1" latinLnBrk="0" hangingPunct="1"/>
            <a:endParaRPr kumimoji="0" lang="en-US" sz="1000" dirty="0">
              <a:solidFill>
                <a:schemeClr val="tx2"/>
              </a:solidFill>
            </a:endParaRPr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4805958"/>
            <a:ext cx="36576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algn="r" eaLnBrk="1" latinLnBrk="0" hangingPunct="1"/>
            <a:fld id="{BC5217A8-0E06-4059-AC45-433E2E67A85D}" type="slidenum">
              <a:rPr kumimoji="0" lang="en-US" smtClean="0"/>
              <a:pPr algn="r" eaLnBrk="1" latinLnBrk="0" hangingPunct="1"/>
              <a:t>‹#›</a:t>
            </a:fld>
            <a:endParaRPr kumimoji="0" lang="en-US" sz="1100" dirty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049704" y="1538288"/>
            <a:ext cx="30444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 err="1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ShoeStore</a:t>
            </a:r>
            <a:endParaRPr lang="en-US" sz="4500" dirty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795735" y="2376488"/>
            <a:ext cx="3552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0" y="2224088"/>
            <a:ext cx="71684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endParaRPr lang="ru-RU" sz="1350" dirty="0" smtClean="0">
              <a:solidFill>
                <a:schemeClr val="bg2">
                  <a:lumMod val="75000"/>
                </a:schemeClr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lnSpc>
                <a:spcPts val="1215"/>
              </a:lnSpc>
              <a:buNone/>
            </a:pPr>
            <a:endParaRPr lang="ru-RU" sz="1350" dirty="0" smtClean="0">
              <a:solidFill>
                <a:schemeClr val="bg2">
                  <a:lumMod val="75000"/>
                </a:schemeClr>
              </a:solidFill>
              <a:latin typeface="Arial" pitchFamily="34" charset="0"/>
              <a:cs typeface="Arial" pitchFamily="34" charset="-120"/>
            </a:endParaRPr>
          </a:p>
          <a:p>
            <a:pPr algn="ctr">
              <a:lnSpc>
                <a:spcPts val="1215"/>
              </a:lnSpc>
            </a:pPr>
            <a:r>
              <a:rPr lang="ru-RU" sz="1400" b="1" dirty="0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Выполнил</a:t>
            </a:r>
            <a:r>
              <a:rPr lang="en-US" sz="1400" b="1" dirty="0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dirty="0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1400" dirty="0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студент группы ИС-22Б</a:t>
            </a:r>
            <a:br>
              <a:rPr lang="ru-RU" sz="1400" dirty="0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1400" dirty="0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Баданин</a:t>
            </a:r>
            <a:r>
              <a:rPr lang="ru-RU" sz="1400" dirty="0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Александр Владимирович</a:t>
            </a:r>
            <a:endParaRPr lang="ru-RU" sz="1400" dirty="0" smtClean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ts val="1215"/>
              </a:lnSpc>
              <a:buNone/>
            </a:pPr>
            <a:endParaRPr lang="en-US" sz="135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3044087" y="3452813"/>
            <a:ext cx="30556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endParaRPr lang="en-US" sz="1050" dirty="0"/>
          </a:p>
        </p:txBody>
      </p:sp>
      <p:pic>
        <p:nvPicPr>
          <p:cNvPr id="25602" name="Picture 2" descr="Чем занимается программист: преимущества и недостатки профессии | Блог РСВ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83250" y="3198242"/>
            <a:ext cx="3460750" cy="19452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О </a:t>
            </a:r>
            <a:r>
              <a:rPr lang="ru-RU" sz="2400" b="1" dirty="0" err="1" smtClean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п</a:t>
            </a:r>
            <a:r>
              <a:rPr lang="en-US" sz="2400" b="1" dirty="0" err="1" smtClean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роекте</a:t>
            </a:r>
            <a:r>
              <a:rPr lang="en-US" sz="2400" b="1" dirty="0" smtClean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ShoeStore</a:t>
            </a:r>
            <a:endParaRPr lang="en-US" sz="2400" dirty="0">
              <a:solidFill>
                <a:schemeClr val="bg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6883400" cy="1709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Тип: Мобильное приложение электронной коммерции (Магазин обуви)</a:t>
            </a:r>
            <a:endParaRPr lang="en-US" sz="140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Платформа: Android 13.0 (API 33)</a:t>
            </a:r>
            <a:endParaRPr lang="en-US" sz="140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Язык: Kotlin</a:t>
            </a:r>
            <a:endParaRPr lang="en-US" sz="140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50" y="609600"/>
            <a:ext cx="7480300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Диаграмма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 </a:t>
            </a:r>
            <a:r>
              <a:rPr lang="ru-RU" sz="2400" b="1" dirty="0" err="1" smtClean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в</a:t>
            </a:r>
            <a:r>
              <a:rPr lang="en-US" sz="2400" b="1" dirty="0" err="1" smtClean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ариантов</a:t>
            </a:r>
            <a:r>
              <a:rPr lang="en-US" sz="2400" b="1" dirty="0" smtClean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 </a:t>
            </a:r>
            <a:r>
              <a:rPr lang="ru-RU" sz="2400" b="1" dirty="0" err="1" smtClean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и</a:t>
            </a:r>
            <a:r>
              <a:rPr lang="en-US" sz="2400" b="1" dirty="0" err="1" smtClean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спользования</a:t>
            </a:r>
            <a:endParaRPr lang="en-US" sz="2400" dirty="0">
              <a:solidFill>
                <a:schemeClr val="bg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46200" y="1209676"/>
            <a:ext cx="5568950" cy="3399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Обзор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 </a:t>
            </a:r>
            <a:r>
              <a:rPr lang="ru-RU" sz="2400" b="1" dirty="0" smtClean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а</a:t>
            </a:r>
            <a:r>
              <a:rPr lang="en-US" sz="2400" b="1" dirty="0" err="1" smtClean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рхитектуры</a:t>
            </a:r>
            <a:endParaRPr lang="ru-RU" sz="2400" b="1" dirty="0" smtClean="0">
              <a:solidFill>
                <a:schemeClr val="bg2">
                  <a:lumMod val="50000"/>
                </a:schemeClr>
              </a:solidFill>
              <a:latin typeface="Times New Roman" pitchFamily="18" charset="0"/>
              <a:ea typeface="Arial" pitchFamily="34" charset="-122"/>
              <a:cs typeface="Times New Roman" pitchFamily="18" charset="0"/>
            </a:endParaRPr>
          </a:p>
          <a:p>
            <a:pPr marL="0" indent="0" algn="ctr">
              <a:lnSpc>
                <a:spcPts val="3240"/>
              </a:lnSpc>
              <a:buNone/>
            </a:pPr>
            <a:endParaRPr lang="ru-RU" sz="2400" b="1" dirty="0" smtClean="0">
              <a:solidFill>
                <a:schemeClr val="bg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ts val="3240"/>
              </a:lnSpc>
              <a:buNone/>
            </a:pPr>
            <a:endParaRPr lang="en-US" sz="2400" dirty="0">
              <a:solidFill>
                <a:schemeClr val="bg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2736850"/>
            <a:ext cx="762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Паттерн: MVVM (Model-View-</a:t>
            </a:r>
            <a:r>
              <a:rPr lang="en-US" sz="1350" dirty="0" err="1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ViewModel</a:t>
            </a:r>
            <a:r>
              <a:rPr lang="en-US" sz="135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)</a:t>
            </a:r>
            <a:endParaRPr lang="en-US" sz="135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 err="1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Поток</a:t>
            </a:r>
            <a:r>
              <a:rPr lang="en-US" sz="135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 данных: Однонаправленный (UI ← ViewModel ← Repository ← API)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 err="1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Тестирование</a:t>
            </a:r>
            <a:r>
              <a:rPr lang="en-US" sz="135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: </a:t>
            </a:r>
            <a:r>
              <a:rPr lang="en-US" sz="1350" dirty="0" err="1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Каждый</a:t>
            </a:r>
            <a:r>
              <a:rPr lang="en-US" sz="135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 </a:t>
            </a:r>
            <a:r>
              <a:rPr lang="en-US" sz="1350" dirty="0" err="1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слой</a:t>
            </a:r>
            <a:r>
              <a:rPr lang="en-US" sz="135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 </a:t>
            </a:r>
            <a:r>
              <a:rPr lang="en-US" sz="1350" dirty="0" err="1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тестируется</a:t>
            </a:r>
            <a:r>
              <a:rPr lang="en-US" sz="135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 </a:t>
            </a:r>
            <a:r>
              <a:rPr lang="en-US" sz="1350" dirty="0" err="1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независимо</a:t>
            </a:r>
            <a:endParaRPr lang="en-US" sz="135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377950" y="1417588"/>
            <a:ext cx="621665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Фундаментом архитектуры приложения послужил паттерн </a:t>
            </a:r>
            <a:r>
              <a:rPr lang="ru-RU" sz="1400" b="1" dirty="0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MVVM (</a:t>
            </a:r>
            <a:r>
              <a:rPr lang="ru-RU" sz="1400" b="1" dirty="0" err="1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Model</a:t>
            </a:r>
            <a:r>
              <a:rPr lang="ru-RU" sz="1400" b="1" dirty="0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ru-RU" sz="1400" b="1" dirty="0" err="1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View</a:t>
            </a:r>
            <a:r>
              <a:rPr lang="ru-RU" sz="1400" b="1" dirty="0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ru-RU" sz="1400" b="1" dirty="0" err="1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ViewModel</a:t>
            </a:r>
            <a:r>
              <a:rPr lang="ru-RU" sz="1400" b="1" dirty="0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1400" dirty="0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 Данный выбор обусловлен его </a:t>
            </a:r>
            <a:r>
              <a:rPr lang="ru-RU" sz="1400" dirty="0" err="1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нативной</a:t>
            </a:r>
            <a:r>
              <a:rPr lang="ru-RU" sz="1400" dirty="0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интеграцией с </a:t>
            </a:r>
            <a:r>
              <a:rPr lang="ru-RU" sz="1400" b="1" dirty="0" err="1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Jetpack</a:t>
            </a:r>
            <a:r>
              <a:rPr lang="ru-RU" sz="1400" b="1" dirty="0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dirty="0" err="1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Compose</a:t>
            </a:r>
            <a:r>
              <a:rPr lang="ru-RU" sz="1400" dirty="0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 и строгим следованием рекомендациям </a:t>
            </a:r>
            <a:r>
              <a:rPr lang="ru-RU" sz="1400" b="1" dirty="0" err="1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Android</a:t>
            </a:r>
            <a:r>
              <a:rPr lang="ru-RU" sz="1400" b="1" dirty="0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dirty="0" err="1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Jetpack</a:t>
            </a:r>
            <a:r>
              <a:rPr lang="ru-RU" sz="1400" dirty="0" smtClean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, что позволяет создавать предсказуемый и легко поддерживаемый код.</a:t>
            </a:r>
            <a:endParaRPr lang="ru-RU" sz="140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Полный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 </a:t>
            </a:r>
            <a:r>
              <a:rPr lang="ru-RU" sz="24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список</a:t>
            </a:r>
            <a:r>
              <a:rPr lang="en-US" sz="24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 </a:t>
            </a:r>
            <a:r>
              <a:rPr lang="ru-RU" sz="24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б</a:t>
            </a:r>
            <a:r>
              <a:rPr lang="en-US" sz="2400" b="1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иблиотек</a:t>
            </a:r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Core Jetpack</a:t>
            </a:r>
            <a:endParaRPr lang="en-US" sz="140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411486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Compose 1.6.0</a:t>
            </a:r>
            <a:endParaRPr lang="en-US" sz="140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1573411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Material 3</a:t>
            </a:r>
            <a:endParaRPr lang="en-US" sz="140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735336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Navigation</a:t>
            </a:r>
            <a:endParaRPr lang="en-US" sz="140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2344341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Сетевые технологии</a:t>
            </a:r>
            <a:endParaRPr lang="en-US" sz="140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2582466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Retrofit 2.10</a:t>
            </a:r>
            <a:endParaRPr lang="en-US" sz="140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2744391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OkHttp 4.11</a:t>
            </a:r>
            <a:endParaRPr lang="en-US" sz="140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2906316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Gson</a:t>
            </a:r>
            <a:endParaRPr lang="en-US" sz="140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3515320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Асинхронность</a:t>
            </a:r>
            <a:endParaRPr lang="en-US" sz="140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" y="3753445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4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Coroutines 1.7</a:t>
            </a:r>
            <a:endParaRPr lang="en-US" sz="114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3915370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4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Flow</a:t>
            </a:r>
            <a:endParaRPr lang="en-US" sz="114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9600" y="4077295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14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Kotlin 1.9</a:t>
            </a:r>
            <a:endParaRPr lang="en-US" sz="114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Полный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 </a:t>
            </a:r>
            <a:r>
              <a:rPr lang="ru-RU" sz="2400" b="1" dirty="0" smtClean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список</a:t>
            </a:r>
            <a:r>
              <a:rPr lang="en-US" sz="2400" b="1" dirty="0" smtClean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 </a:t>
            </a:r>
            <a:r>
              <a:rPr lang="ru-RU" sz="2400" b="1" dirty="0" smtClean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т</a:t>
            </a:r>
            <a:r>
              <a:rPr lang="en-US" sz="2400" b="1" dirty="0" err="1" smtClean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ехнологий</a:t>
            </a:r>
            <a:endParaRPr lang="en-US" sz="2400" dirty="0">
              <a:solidFill>
                <a:schemeClr val="bg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Язык: Kotlin</a:t>
            </a:r>
            <a:endParaRPr lang="en-US" sz="140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779984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UI Фреймворк: Jetpack Compose + Material Design 3</a:t>
            </a:r>
            <a:endParaRPr lang="en-US" sz="140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2287786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Архитектура: MVVM</a:t>
            </a:r>
            <a:endParaRPr lang="en-US" sz="140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2373511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753122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Times New Roman" pitchFamily="18" charset="0"/>
                <a:ea typeface="Arial" pitchFamily="34" charset="-122"/>
                <a:cs typeface="Times New Roman" pitchFamily="18" charset="0"/>
              </a:rPr>
              <a:t>Навигация: Jetpack Navigation Compose</a:t>
            </a:r>
            <a:endParaRPr lang="en-US" sz="1400" dirty="0">
              <a:solidFill>
                <a:schemeClr val="bg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49</TotalTime>
  <Words>133</Words>
  <Application>Microsoft Office PowerPoint</Application>
  <PresentationFormat>Экран (16:9)</PresentationFormat>
  <Paragraphs>38</Paragraphs>
  <Slides>6</Slides>
  <Notes>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Открытая</vt:lpstr>
      <vt:lpstr>Слайд 1</vt:lpstr>
      <vt:lpstr>Слайд 2</vt:lpstr>
      <vt:lpstr>Слайд 3</vt:lpstr>
      <vt:lpstr>Слайд 4</vt:lpstr>
      <vt:lpstr>Слайд 5</vt:lpstr>
      <vt:lpstr>Слайд 6</vt:lpstr>
    </vt:vector>
  </TitlesOfParts>
  <Company>Perplexity AI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android243</cp:lastModifiedBy>
  <cp:revision>9</cp:revision>
  <dcterms:created xsi:type="dcterms:W3CDTF">2025-12-19T20:15:46Z</dcterms:created>
  <dcterms:modified xsi:type="dcterms:W3CDTF">2026-03-06T14:08:54Z</dcterms:modified>
</cp:coreProperties>
</file>